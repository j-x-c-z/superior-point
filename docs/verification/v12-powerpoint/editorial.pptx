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7943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943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9433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609600"/>
            <a:ext cx="10972800" cy="56388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952500" y="87630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6" name="对象"/>
          <p:cNvSpPr/>
          <p:nvPr/>
        </p:nvSpPr>
        <p:spPr>
          <a:xfrm>
            <a:off x="952500" y="2762250"/>
            <a:ext cx="10629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书页叙事 · 设计语言</a:t>
            </a:r>
            <a:endParaRPr lang="en-US" sz="4800" dirty="0"/>
          </a:p>
        </p:txBody>
      </p:sp>
      <p:sp>
        <p:nvSpPr>
          <p:cNvPr id="7" name="对象"/>
          <p:cNvSpPr/>
          <p:nvPr/>
        </p:nvSpPr>
        <p:spPr>
          <a:xfrm>
            <a:off x="952500" y="4238625"/>
            <a:ext cx="1062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952500" y="523875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从信息到叙事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09600" y="1790700"/>
            <a:ext cx="10972800" cy="381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609600" y="2190750"/>
            <a:ext cx="5314950" cy="30480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6267450" y="2190750"/>
            <a:ext cx="5314950" cy="30480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对象"/>
          <p:cNvSpPr/>
          <p:nvPr/>
        </p:nvSpPr>
        <p:spPr>
          <a:xfrm>
            <a:off x="80010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结构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80010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先给读者一个方向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再展开关键证据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最后留下行动线索</a:t>
            </a:r>
            <a:endParaRPr lang="en-US" sz="1950" dirty="0"/>
          </a:p>
        </p:txBody>
      </p:sp>
      <p:sp>
        <p:nvSpPr>
          <p:cNvPr id="9" name="对象"/>
          <p:cNvSpPr/>
          <p:nvPr/>
        </p:nvSpPr>
        <p:spPr>
          <a:xfrm>
            <a:off x="645795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节奏</a:t>
            </a:r>
            <a:endParaRPr lang="en-US" sz="1350" dirty="0"/>
          </a:p>
        </p:txBody>
      </p:sp>
      <p:sp>
        <p:nvSpPr>
          <p:cNvPr id="10" name="对象"/>
          <p:cNvSpPr/>
          <p:nvPr/>
        </p:nvSpPr>
        <p:spPr>
          <a:xfrm>
            <a:off x="645795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标题建立层级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留白区分段落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颜色标记重点</a:t>
            </a:r>
            <a:endParaRPr lang="en-US" sz="1950" dirty="0"/>
          </a:p>
        </p:txBody>
      </p:sp>
      <p:sp>
        <p:nvSpPr>
          <p:cNvPr id="11" name="对象"/>
          <p:cNvSpPr/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把趋势变成判断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609600" y="2333625"/>
            <a:ext cx="10972800" cy="328612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52500" y="2524125"/>
          <a:ext cx="102870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609600" y="5857875"/>
            <a:ext cx="5486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图像，也是一种语言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248400" y="2333625"/>
            <a:ext cx="5334000" cy="32385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609600" y="2714625"/>
            <a:ext cx="5295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609600" y="3714750"/>
            <a:ext cx="52959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09600" y="5381625"/>
            <a:ext cx="952500" cy="762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609600" y="600075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1238250"/>
            <a:ext cx="10972800" cy="1143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3714750"/>
            <a:ext cx="10972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下一章节</a:t>
            </a:r>
            <a:endParaRPr lang="en-US" sz="4800" dirty="0"/>
          </a:p>
        </p:txBody>
      </p:sp>
      <p:sp>
        <p:nvSpPr>
          <p:cNvPr id="5" name="对象"/>
          <p:cNvSpPr/>
          <p:nvPr/>
        </p:nvSpPr>
        <p:spPr>
          <a:xfrm>
            <a:off x="609600" y="5095875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书页叙事 · 设计语言 · 演示文稿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2026-10-12T01:20:14Z</dcterms:created>
  <dcterms:modified xsi:type="dcterms:W3CDTF">2026-10-12T01:20:14Z</dcterms:modified>
</cp:coreProperties>
</file>